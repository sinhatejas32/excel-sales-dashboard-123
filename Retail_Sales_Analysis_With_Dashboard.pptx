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2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2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0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1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5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1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1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3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64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3242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64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89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53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5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379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Retail Sales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Excel-Based Business Insights</a:t>
            </a:r>
          </a:p>
          <a:p>
            <a:r>
              <a:t>Prepared by Tejas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876" y="590204"/>
            <a:ext cx="6377940" cy="1293028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Analyzed retail sales data using Excel</a:t>
            </a:r>
          </a:p>
          <a:p>
            <a:r>
              <a:rPr dirty="0"/>
              <a:t>• Built interactive dashboard</a:t>
            </a:r>
          </a:p>
          <a:p>
            <a:r>
              <a:rPr dirty="0"/>
              <a:t>• Used Pivot Tables, Charts &amp; Slicers</a:t>
            </a:r>
          </a:p>
          <a:p>
            <a:r>
              <a:rPr dirty="0"/>
              <a:t>• Objective: Support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7235" y="560711"/>
            <a:ext cx="3961015" cy="1293028"/>
          </a:xfrm>
        </p:spPr>
        <p:txBody>
          <a:bodyPr/>
          <a:lstStyle/>
          <a:p>
            <a:r>
              <a:rPr dirty="0"/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Revenue: ₹4,56,000</a:t>
            </a:r>
          </a:p>
          <a:p>
            <a:r>
              <a:t>• Total Units Sold: 2,514</a:t>
            </a:r>
          </a:p>
          <a:p>
            <a:r>
              <a:t>• Total Orders: 1,000</a:t>
            </a:r>
          </a:p>
          <a:p>
            <a:r>
              <a:t>• Average Order Value: ₹456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93076" y="89972"/>
            <a:ext cx="3557847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dirty="0"/>
              <a:t>Interactive Sales Dashboard (Excel)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305"/>
            <a:ext cx="9144000" cy="6398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205" y="764373"/>
            <a:ext cx="4395355" cy="1147554"/>
          </a:xfrm>
        </p:spPr>
        <p:txBody>
          <a:bodyPr>
            <a:normAutofit/>
          </a:bodyPr>
          <a:lstStyle/>
          <a:p>
            <a:r>
              <a:rPr sz="3600" dirty="0"/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Electronics: Highest revenue contributor</a:t>
            </a:r>
          </a:p>
          <a:p>
            <a:r>
              <a:rPr dirty="0"/>
              <a:t>• Clothing: Highest volume seller</a:t>
            </a:r>
          </a:p>
          <a:p>
            <a:r>
              <a:rPr dirty="0"/>
              <a:t>• Beauty: Moderate performer</a:t>
            </a:r>
          </a:p>
          <a:p>
            <a:r>
              <a:rPr dirty="0"/>
              <a:t>• Mixed pricing strategy recommended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689559"/>
            <a:ext cx="6377940" cy="1293028"/>
          </a:xfrm>
        </p:spPr>
        <p:txBody>
          <a:bodyPr/>
          <a:lstStyle/>
          <a:p>
            <a:r>
              <a:rPr dirty="0"/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Female customers generate higher revenue</a:t>
            </a:r>
          </a:p>
          <a:p>
            <a:r>
              <a:t>• 46+ age group is top revenue segment</a:t>
            </a:r>
          </a:p>
          <a:p>
            <a:r>
              <a:t>• 26–35 shows strong growth potential</a:t>
            </a:r>
          </a:p>
          <a:p>
            <a:r>
              <a:t>• 18–25 has lower spending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030" y="643838"/>
            <a:ext cx="6377940" cy="1293028"/>
          </a:xfrm>
        </p:spPr>
        <p:txBody>
          <a:bodyPr/>
          <a:lstStyle/>
          <a:p>
            <a:r>
              <a:rPr dirty="0"/>
              <a:t>Monthly &amp; Seasonal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show seasonal patterns</a:t>
            </a:r>
          </a:p>
          <a:p>
            <a:r>
              <a:t>• Electronics peaks in selected months</a:t>
            </a:r>
          </a:p>
          <a:p>
            <a:r>
              <a:t>• Clothing demand is stable</a:t>
            </a:r>
          </a:p>
          <a:p>
            <a:r>
              <a:t>• Beauty has moderate seasonality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18" y="514991"/>
            <a:ext cx="6377940" cy="1293028"/>
          </a:xfrm>
        </p:spPr>
        <p:txBody>
          <a:bodyPr/>
          <a:lstStyle/>
          <a:p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marketing on Electronics &amp; 46+ customers</a:t>
            </a:r>
          </a:p>
          <a:p>
            <a:r>
              <a:t>• Promote Beauty &amp; Clothing bundles</a:t>
            </a:r>
          </a:p>
          <a:p>
            <a:r>
              <a:t>• Improve clothing supply chain</a:t>
            </a:r>
          </a:p>
          <a:p>
            <a:r>
              <a:t>• Launch seasonal campaigns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232" y="722411"/>
            <a:ext cx="5124796" cy="1293028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enables data-driven decisions</a:t>
            </a:r>
          </a:p>
          <a:p>
            <a:r>
              <a:t>• Identified key growth areas</a:t>
            </a:r>
          </a:p>
          <a:p>
            <a:r>
              <a:t>• Supports management planning</a:t>
            </a:r>
          </a:p>
          <a:p>
            <a:r>
              <a:t>• Scalable for future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</TotalTime>
  <Words>193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Retail Sales Analysis Dashboard</vt:lpstr>
      <vt:lpstr>Project Overview</vt:lpstr>
      <vt:lpstr>Key KPIs</vt:lpstr>
      <vt:lpstr>PowerPoint Presentation</vt:lpstr>
      <vt:lpstr>Product Performance</vt:lpstr>
      <vt:lpstr>Customer Insights</vt:lpstr>
      <vt:lpstr>Monthly &amp; Seasonal Trends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Pallavi Sinha</cp:lastModifiedBy>
  <cp:revision>4</cp:revision>
  <dcterms:created xsi:type="dcterms:W3CDTF">2013-01-27T09:14:16Z</dcterms:created>
  <dcterms:modified xsi:type="dcterms:W3CDTF">2026-01-28T12:10:04Z</dcterms:modified>
  <cp:category/>
</cp:coreProperties>
</file>